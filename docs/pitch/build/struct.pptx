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4" r:id="rId16"/>
    <p:sldId id="259" r:id="rId5"/>
    <p:sldId id="265" r:id="rId17"/>
    <p:sldId id="266" r:id="rId18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ading Now 31-38" pitchFamily="2" charset="0"/>
      <p:regular r:id="rId10"/>
    </p:embeddedFont>
    <p:embeddedFont>
      <p:font typeface="Heading Now 31-38 Bold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  <Relationship Id="rId16" Type="http://schemas.openxmlformats.org/officeDocument/2006/relationships/slide" Target="slides/slide9.xml"/>
  <Relationship Id="rId17" Type="http://schemas.openxmlformats.org/officeDocument/2006/relationships/slide" Target="slides/slide10.xml"/>
  <Relationship Id="rId18" Type="http://schemas.openxmlformats.org/officeDocument/2006/relationships/slide" Target="slides/slide11.xml"/>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10" Type="http://schemas.openxmlformats.org/officeDocument/2006/relationships/image" Target="../media/image9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4.png" /><Relationship Id="rId7" Type="http://schemas.openxmlformats.org/officeDocument/2006/relationships/image" Target="../media/image7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11" Type="http://schemas.openxmlformats.org/officeDocument/2006/relationships/image" Target="../media/image9.png" /><Relationship Id="rId5" Type="http://schemas.openxmlformats.org/officeDocument/2006/relationships/image" Target="../media/image6.png" /><Relationship Id="rId10" Type="http://schemas.openxmlformats.org/officeDocument/2006/relationships/image" Target="../media/image2.png" /><Relationship Id="rId4" Type="http://schemas.openxmlformats.org/officeDocument/2006/relationships/image" Target="../media/image5.png" /><Relationship Id="rId9" Type="http://schemas.openxmlformats.org/officeDocument/2006/relationships/image" Target="../media/image12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4.png" /><Relationship Id="rId7" Type="http://schemas.openxmlformats.org/officeDocument/2006/relationships/image" Target="../media/image7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11" Type="http://schemas.openxmlformats.org/officeDocument/2006/relationships/image" Target="../media/image9.png" /><Relationship Id="rId5" Type="http://schemas.openxmlformats.org/officeDocument/2006/relationships/image" Target="../media/image6.png" /><Relationship Id="rId10" Type="http://schemas.openxmlformats.org/officeDocument/2006/relationships/image" Target="../media/image2.png" /><Relationship Id="rId4" Type="http://schemas.openxmlformats.org/officeDocument/2006/relationships/image" Target="../media/image5.png" /><Relationship Id="rId9" Type="http://schemas.openxmlformats.org/officeDocument/2006/relationships/image" Target="../media/image12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4.png" /><Relationship Id="rId7" Type="http://schemas.openxmlformats.org/officeDocument/2006/relationships/image" Target="../media/image7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11" Type="http://schemas.openxmlformats.org/officeDocument/2006/relationships/image" Target="../media/image2.png" /><Relationship Id="rId5" Type="http://schemas.openxmlformats.org/officeDocument/2006/relationships/image" Target="../media/image6.png" /><Relationship Id="rId10" Type="http://schemas.openxmlformats.org/officeDocument/2006/relationships/image" Target="../media/image9.png" /><Relationship Id="rId4" Type="http://schemas.openxmlformats.org/officeDocument/2006/relationships/image" Target="../media/image5.png" /><Relationship Id="rId9" Type="http://schemas.openxmlformats.org/officeDocument/2006/relationships/image" Target="../media/image12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4.png" /><Relationship Id="rId7" Type="http://schemas.openxmlformats.org/officeDocument/2006/relationships/image" Target="../media/image7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11" Type="http://schemas.openxmlformats.org/officeDocument/2006/relationships/image" Target="../media/image2.png" /><Relationship Id="rId5" Type="http://schemas.openxmlformats.org/officeDocument/2006/relationships/image" Target="../media/image5.png" /><Relationship Id="rId10" Type="http://schemas.openxmlformats.org/officeDocument/2006/relationships/image" Target="../media/image9.png" /><Relationship Id="rId4" Type="http://schemas.openxmlformats.org/officeDocument/2006/relationships/image" Target="../media/image11.png" /><Relationship Id="rId9" Type="http://schemas.openxmlformats.org/officeDocument/2006/relationships/image" Target="../media/image12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4.png" /><Relationship Id="rId7" Type="http://schemas.openxmlformats.org/officeDocument/2006/relationships/image" Target="../media/image7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11" Type="http://schemas.openxmlformats.org/officeDocument/2006/relationships/image" Target="../media/image2.png" /><Relationship Id="rId5" Type="http://schemas.openxmlformats.org/officeDocument/2006/relationships/image" Target="../media/image6.png" /><Relationship Id="rId10" Type="http://schemas.openxmlformats.org/officeDocument/2006/relationships/image" Target="../media/image9.png" /><Relationship Id="rId4" Type="http://schemas.openxmlformats.org/officeDocument/2006/relationships/image" Target="../media/image5.png" /><Relationship Id="rId9" Type="http://schemas.openxmlformats.org/officeDocument/2006/relationships/image" Target="../media/image12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4.png" /><Relationship Id="rId7" Type="http://schemas.openxmlformats.org/officeDocument/2006/relationships/image" Target="../media/image7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11" Type="http://schemas.openxmlformats.org/officeDocument/2006/relationships/image" Target="../media/image2.png" /><Relationship Id="rId5" Type="http://schemas.openxmlformats.org/officeDocument/2006/relationships/image" Target="../media/image6.png" /><Relationship Id="rId10" Type="http://schemas.openxmlformats.org/officeDocument/2006/relationships/image" Target="../media/image9.png" /><Relationship Id="rId4" Type="http://schemas.openxmlformats.org/officeDocument/2006/relationships/image" Target="../media/image5.png" /><Relationship Id="rId9" Type="http://schemas.openxmlformats.org/officeDocument/2006/relationships/image" Target="../media/image12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 /><Relationship Id="rId13" Type="http://schemas.openxmlformats.org/officeDocument/2006/relationships/image" Target="../media/image24.png" /><Relationship Id="rId3" Type="http://schemas.openxmlformats.org/officeDocument/2006/relationships/image" Target="../media/image14.png" /><Relationship Id="rId7" Type="http://schemas.openxmlformats.org/officeDocument/2006/relationships/image" Target="../media/image18.png" /><Relationship Id="rId12" Type="http://schemas.openxmlformats.org/officeDocument/2006/relationships/image" Target="../media/image23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7.png" /><Relationship Id="rId11" Type="http://schemas.openxmlformats.org/officeDocument/2006/relationships/image" Target="../media/image22.png" /><Relationship Id="rId5" Type="http://schemas.openxmlformats.org/officeDocument/2006/relationships/image" Target="../media/image16.png" /><Relationship Id="rId10" Type="http://schemas.openxmlformats.org/officeDocument/2006/relationships/image" Target="../media/image21.png" /><Relationship Id="rId4" Type="http://schemas.openxmlformats.org/officeDocument/2006/relationships/image" Target="../media/image15.png" /><Relationship Id="rId9" Type="http://schemas.openxmlformats.org/officeDocument/2006/relationships/image" Target="../media/image20.png" /><Relationship Id="rId14" Type="http://schemas.openxmlformats.org/officeDocument/2006/relationships/image" Target="../media/image2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4.png" /><Relationship Id="rId7" Type="http://schemas.openxmlformats.org/officeDocument/2006/relationships/image" Target="../media/image7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11" Type="http://schemas.openxmlformats.org/officeDocument/2006/relationships/image" Target="../media/image9.png" /><Relationship Id="rId5" Type="http://schemas.openxmlformats.org/officeDocument/2006/relationships/image" Target="../media/image6.png" /><Relationship Id="rId10" Type="http://schemas.openxmlformats.org/officeDocument/2006/relationships/image" Target="../media/image2.png" /><Relationship Id="rId4" Type="http://schemas.openxmlformats.org/officeDocument/2006/relationships/image" Target="../media/image5.png" /><Relationship Id="rId9" Type="http://schemas.openxmlformats.org/officeDocument/2006/relationships/image" Target="../media/image12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4.png" /><Relationship Id="rId7" Type="http://schemas.openxmlformats.org/officeDocument/2006/relationships/image" Target="../media/image7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11" Type="http://schemas.openxmlformats.org/officeDocument/2006/relationships/image" Target="../media/image9.png" /><Relationship Id="rId5" Type="http://schemas.openxmlformats.org/officeDocument/2006/relationships/image" Target="../media/image6.png" /><Relationship Id="rId10" Type="http://schemas.openxmlformats.org/officeDocument/2006/relationships/image" Target="../media/image2.png" /><Relationship Id="rId4" Type="http://schemas.openxmlformats.org/officeDocument/2006/relationships/image" Target="../media/image5.png" /><Relationship Id="rId9" Type="http://schemas.openxmlformats.org/officeDocument/2006/relationships/image" Target="../media/image12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4.png" /><Relationship Id="rId7" Type="http://schemas.openxmlformats.org/officeDocument/2006/relationships/image" Target="../media/image7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11" Type="http://schemas.openxmlformats.org/officeDocument/2006/relationships/image" Target="../media/image9.png" /><Relationship Id="rId5" Type="http://schemas.openxmlformats.org/officeDocument/2006/relationships/image" Target="../media/image6.png" /><Relationship Id="rId10" Type="http://schemas.openxmlformats.org/officeDocument/2006/relationships/image" Target="../media/image2.png" /><Relationship Id="rId4" Type="http://schemas.openxmlformats.org/officeDocument/2006/relationships/image" Target="../media/image5.png" /><Relationship Id="rId9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6677" y="6563781"/>
            <a:ext cx="2260718" cy="74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6677" y="4655619"/>
            <a:ext cx="5932460" cy="80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 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677" y="3700840"/>
            <a:ext cx="6250076" cy="80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spc="5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1, C-01 (EXAMPLE)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677" y="7525335"/>
            <a:ext cx="2119254" cy="707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4472" b="1" spc="43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</a:t>
            </a: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4418" y="366545"/>
            <a:ext cx="4010276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418328" y="-571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598601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529376" y="-571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221244" y="-571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63020" y="3238633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418328" y="-571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418328" y="-571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418328" y="-571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cp:lastModifiedBy>omkar rane</cp:lastModifiedBy>
  <cp:revision>2</cp:revision>
  <dcterms:created xsi:type="dcterms:W3CDTF">2006-08-16T00:00:00Z</dcterms:created>
  <dcterms:modified xsi:type="dcterms:W3CDTF">2026-10-11T11:20:35Z</dcterms:modified>
  <dc:identifier>DAHXr7I3BNw</dc:identifier>
</cp:coreProperties>
</file>